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《开源软件与新技术》</a:t>
            </a:r>
          </a:p>
          <a:p>
            <a:pPr>
              <a:defRPr sz="2500" b="1">
                <a:solidFill>
                  <a:srgbClr val="FFFFFF"/>
                </a:solidFill>
                <a:latin typeface="微软雅黑"/>
              </a:defRPr>
            </a:pPr>
            <a:r>
              <a:t>实验05 开源大模型智能知识问答系统</a:t>
            </a:r>
          </a:p>
          <a:p>
            <a:pPr>
              <a:defRPr sz="1300" b="0">
                <a:solidFill>
                  <a:srgbClr val="DDDDFF"/>
                </a:solidFill>
                <a:latin typeface="微软雅黑"/>
              </a:defRPr>
            </a:pPr>
            <a:r>
              <a:t>课程实验成品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0116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实验05 开源大模型智能知识问答系统</a:t>
            </a:r>
          </a:p>
          <a:p>
            <a:pPr>
              <a:defRPr sz="1500" b="0">
                <a:solidFill>
                  <a:srgbClr val="64748B"/>
                </a:solidFill>
                <a:latin typeface="微软雅黑"/>
              </a:defRPr>
            </a:pPr>
            <a:r>
              <a:t>本地 RAG：解析 / 分块 / 嵌入 / FAISS 检索 / 证据约束回答，CPU 可跑不依赖收费 API</a:t>
            </a:r>
          </a:p>
          <a:p>
            <a:pPr>
              <a:defRPr sz="10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defRPr sz="1400" b="1">
                <a:solidFill>
                  <a:srgbClr val="4F46E5"/>
                </a:solidFill>
                <a:latin typeface="微软雅黑"/>
              </a:defRPr>
            </a:pPr>
            <a:r>
              <a:t>王锐兵（软件2304，学号 23110506126）</a:t>
            </a:r>
          </a:p>
          <a:p>
            <a:pPr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仓库：github.com/remchang/rag-knowledge-assistant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1. 解决什么实际问题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通用大模型不知道我们的课程文档，也可能编造不存在的事实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直接把文档丢给模型（长上下文）成本高、还容易漏掉关键段落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目标：让回答**尽量建立在可检查的证据上**，证据不足时明确拒答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这不是「调用聊天 API」：分块大小、Embedding、Top-k、阈值、拒答策略都要自己定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检索质量和生成质量必须分开评价，不能用「回答看起来不错」代替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2. 用了哪个开源项目、固定在哪个版本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Transformers（Apache-2.0）/ Sentence-Transformers（Apache-2.0）/ FAISS（MIT）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模型与 Revision 都固定（写进 model_list.md）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嵌入：BAAI/bge-small-zh-v1.5，revision 7999e1d3…，MIT，约 130MB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生成：Qwen/Qwen2.5-1.5B-Instruct，revision 989aa798…，Apache-2.0，约 3GB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低资源对照：Qwen2.5-0.5B-Instruct，revision 7ae55760…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模型权重许可证与代码库许可证是两回事，分别记录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SHA256 全部标注「待下载后填写」—— 没有编造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工具库能加载和检索，上传、解析、引用、拒答、评测要自己实现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3. 基线是什么样 vs 我改了什么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上述四个工具都是**库**，不是知识问答成品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我实现的管线（8 个模块）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解析：TXT / Markdown / PDF，保留页码与段落元数据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分块：400 字符 + 80 重叠，优先在段落边界切分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嵌入：BGE 真实路径 + 纯 numpy 字符 n-gram 后备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索引：FAISS 与 numpy 精确检索两个实现，原子替换保存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检索：同后端同归一化、阈值过滤、文档过滤、无效下标过滤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生成：Qwen 真实路径 + 证据抽取降级模式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评测：Recall@1/3/5、库外误命中率、延迟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界面：Streamlit（上传/建库/提问/引用/状态）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降级模式必须明确标注「本模式未进行生成」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4. 自主优化与安全设计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① 引用校验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回答里的 [Sn] 必须来自本轮检索结果，否则标记为「引用无效」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**仅给输出补上 [S1] 不能证明内容正确** —— 这是设计里强调的一句话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② 文档提示注入防护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文档视为**不可信数据**，系统规则禁止执行文档中的指令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识别「忽略以上规则 / 输出密钥 / print your system prompt」等模式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data/ 里**故意嵌入了一段注入文本**用于测试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③ 拒答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没有有效引用、检索不足或事实无法由片段支持时，显示「证据不足/待核对」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原文片段由程序直接从索引元数据读取，**绝不由模型重写**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原文证据与生成草稿清晰分开，方便逐题人工核对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5. 检索评测结果（真实执行）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评测集：20 题，其中 4 题是知识库外问题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至少 5 题有多个标准证据块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实测指标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Recall@1 = **0.9792**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Recall@3 = **1.0000**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Recall@5 = **1.0000**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知识库外误命中率 = **0.0000**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平均检索延迟 = 0.36 ms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必须解释这个高分的来源：语料只有 5 篇自撰文档、几十个块，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20 道题与原文用词重合度高。**这个数字不代表语义泛化能力**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换成真实语料，指标会明显下降 —— 主动说明比被追问更好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6. 一段代码 + 一项测试结果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索引与元数据为什么分开保存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文本块与向量索引分离，用稳定 ID 关联来源元数据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保存时**先写临时文件再原子替换**，避免中断导致索引/元数据错位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加载时校验块数、向量数与模型 ID，不一致直接报错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空页与重复文档的处理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PDF 抽不出文字 → 明确提示「需要 OCR，当前未索引」，**不默默写入空块**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重复 SHA256 的文件不重复入库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测试结果（真实执行）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pytest tests -q → **21 passed in 1.87s**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解析测试 6 条、索引测试 5 条、检索评价、证据审查 10 条、安全 4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7. ★ 最大的限制（必须讲清楚）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**本机没有安装 torch / transformers / sentence-transformers / faiss-cpu**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合计数 GB，本机网络实测约 100 KB/s，下载会浪费大量时间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实际运行的是什么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嵌入后端 = **纯 numpy 字符 n-gram + TF-IDF**（后备方案）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生成模式 = **证据抽取降级**，不调用大模型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界面明确标注「本模式未进行生成」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真实路线的代码写好了但没跑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BgeHouduan / BendiMoxing / FaissSuoyin 三个类都已实现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装上依赖后会自动优先使用，并用 scripts/xiazai-moxing.ps1 固定 revision 下载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没有假装跑过 BGE 和 Qwen —— 这是本实验最需要坦白的一点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8. 开发计划与 Git 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11 个非合并提交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chore(baseline) 许可证 + 模型清单 + 锁定依赖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feat(parse) TXT/MD/PDF 解析 + 来源元数据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feat(chunk) 段落边界优先的分块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feat(embed) BGE 后端 + numpy 后备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feat(index) 索引持久化 + 原子替换 + 加载校验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feat(generate) 证据约束生成 + 拒答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feat(eval) Recall@k + 回答证据审查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test(tests) 21 条 + feat(app) 界面 + feat(scripts) 脚本 + docs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证据：8 个 Issue，PR #9 已合并，3 条自审清单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Issue #7 专门记录「未装真实模型」这个限制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9. 后续改进方向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在能联网的机器上装真实模型，重跑评测并记录 CPU 耗时与内存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实现混合检索（关键词 + 向量）与重排，对比 Recall 提升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做可调 chunk / overlap / top-k 的对比实验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实现答案逐句引用与点击定位原文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加入多文档过滤、增量索引更新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中英文查询改写、多轮对话上下文压缩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自主优化的对比必须在同一问题集上报告前后差异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